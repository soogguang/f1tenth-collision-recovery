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45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15" Target="../media/image62.png" Type="http://schemas.openxmlformats.org/officeDocument/2006/relationships/image"/><Relationship Id="rId16" Target="../media/image63.png" Type="http://schemas.openxmlformats.org/officeDocument/2006/relationships/image"/><Relationship Id="rId17" Target="../media/image64.png" Type="http://schemas.openxmlformats.org/officeDocument/2006/relationships/image"/><Relationship Id="rId2" Target="../media/image52.png" Type="http://schemas.openxmlformats.org/officeDocument/2006/relationships/image"/><Relationship Id="rId3" Target="../media/image45.png" Type="http://schemas.openxmlformats.org/officeDocument/2006/relationships/image"/><Relationship Id="rId4" Target="../media/image30.png" Type="http://schemas.openxmlformats.org/officeDocument/2006/relationships/image"/><Relationship Id="rId5" Target="../media/image35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2" Target="../media/image68.png" Type="http://schemas.openxmlformats.org/officeDocument/2006/relationships/image"/><Relationship Id="rId3" Target="../media/image45.png" Type="http://schemas.openxmlformats.org/officeDocument/2006/relationships/image"/><Relationship Id="rId4" Target="../media/image30.png" Type="http://schemas.openxmlformats.org/officeDocument/2006/relationships/image"/><Relationship Id="rId5" Target="../media/image35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7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2" Target="../media/image76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46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png" Type="http://schemas.openxmlformats.org/officeDocument/2006/relationships/image"/><Relationship Id="rId2" Target="../media/image92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Relationship Id="rId8" Target="../media/image99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30.png" Type="http://schemas.openxmlformats.org/officeDocument/2006/relationships/image"/><Relationship Id="rId4" Target="../media/image35.png" Type="http://schemas.openxmlformats.org/officeDocument/2006/relationships/image"/><Relationship Id="rId5" Target="../media/image7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111.png" Type="http://schemas.openxmlformats.org/officeDocument/2006/relationships/image"/><Relationship Id="rId12" Target="../media/image112.png" Type="http://schemas.openxmlformats.org/officeDocument/2006/relationships/image"/><Relationship Id="rId13" Target="../media/image46.png" Type="http://schemas.openxmlformats.org/officeDocument/2006/relationships/image"/><Relationship Id="rId14" Target="../media/image113.png" Type="http://schemas.openxmlformats.org/officeDocument/2006/relationships/image"/><Relationship Id="rId15" Target="../media/image114.png" Type="http://schemas.openxmlformats.org/officeDocument/2006/relationships/image"/><Relationship Id="rId16" Target="../media/image103.png" Type="http://schemas.openxmlformats.org/officeDocument/2006/relationships/image"/><Relationship Id="rId17" Target="../media/image115.png" Type="http://schemas.openxmlformats.org/officeDocument/2006/relationships/image"/><Relationship Id="rId18" Target="../media/image116.png" Type="http://schemas.openxmlformats.org/officeDocument/2006/relationships/image"/><Relationship Id="rId19" Target="../media/image117.png" Type="http://schemas.openxmlformats.org/officeDocument/2006/relationships/image"/><Relationship Id="rId2" Target="../media/image105.png" Type="http://schemas.openxmlformats.org/officeDocument/2006/relationships/image"/><Relationship Id="rId3" Target="../media/image106.png" Type="http://schemas.openxmlformats.org/officeDocument/2006/relationships/image"/><Relationship Id="rId4" Target="../media/image107.png" Type="http://schemas.openxmlformats.org/officeDocument/2006/relationships/image"/><Relationship Id="rId5" Target="../media/image30.png" Type="http://schemas.openxmlformats.org/officeDocument/2006/relationships/image"/><Relationship Id="rId6" Target="../media/image35.pn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8.png" Type="http://schemas.openxmlformats.org/officeDocument/2006/relationships/image"/><Relationship Id="rId4" Target="../media/image119.png" Type="http://schemas.openxmlformats.org/officeDocument/2006/relationships/image"/><Relationship Id="rId5" Target="../media/image1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549900" y="7886700"/>
            <a:ext cx="6819900" cy="6604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3810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7302500"/>
            <a:ext cx="161290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20000" y="1397000"/>
            <a:ext cx="355600" cy="40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62900" y="1231900"/>
            <a:ext cx="2870200" cy="838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549900" y="8788400"/>
            <a:ext cx="6819900" cy="64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89500" y="1790700"/>
            <a:ext cx="1320800" cy="132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60400" y="2679700"/>
            <a:ext cx="1320800" cy="132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1260000">
            <a:off x="15659100" y="2311400"/>
            <a:ext cx="1320800" cy="1320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840000">
            <a:off x="1257300" y="1790700"/>
            <a:ext cx="1320800" cy="132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300000">
            <a:off x="3314700" y="2717800"/>
            <a:ext cx="1231900" cy="1231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200000">
            <a:off x="11595100" y="1384300"/>
            <a:ext cx="1282700" cy="128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197600" y="2768600"/>
            <a:ext cx="5740400" cy="209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515100" y="7810500"/>
            <a:ext cx="4749800" cy="977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13100" y="5791200"/>
            <a:ext cx="11836400" cy="1143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844800" y="3873500"/>
            <a:ext cx="14046200" cy="2882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219700" y="8686800"/>
            <a:ext cx="73660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-2147483648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038600" y="4521200"/>
            <a:ext cx="11226800" cy="1056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184900" y="0"/>
            <a:ext cx="101600" cy="1028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2800" y="673100"/>
            <a:ext cx="3289300" cy="4241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88200" y="2006600"/>
            <a:ext cx="6858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88200" y="3543300"/>
            <a:ext cx="685800" cy="685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88200" y="5067300"/>
            <a:ext cx="685800" cy="68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88200" y="6591300"/>
            <a:ext cx="685800" cy="68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48500" y="1778000"/>
            <a:ext cx="1143000" cy="1257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73900" y="3327400"/>
            <a:ext cx="1130300" cy="1231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73900" y="4851400"/>
            <a:ext cx="1117600" cy="1231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073900" y="6375400"/>
            <a:ext cx="1104900" cy="1257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937500" y="1841500"/>
            <a:ext cx="2882900" cy="130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962900" y="3365500"/>
            <a:ext cx="4254500" cy="1308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962900" y="4953000"/>
            <a:ext cx="5892800" cy="130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001000" y="6413500"/>
            <a:ext cx="47625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826000" y="1016000"/>
            <a:ext cx="21767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711200"/>
            <a:ext cx="16827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59300" y="9372600"/>
            <a:ext cx="4445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1800" y="3200400"/>
            <a:ext cx="14986000" cy="302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997200" y="4102100"/>
            <a:ext cx="200787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505200" y="1016000"/>
            <a:ext cx="204597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2324100"/>
            <a:ext cx="148336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860800" y="1016000"/>
            <a:ext cx="207899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59300" y="9347200"/>
            <a:ext cx="4318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2362200"/>
            <a:ext cx="14833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374900" y="4102100"/>
            <a:ext cx="19608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832100" y="1016000"/>
            <a:ext cx="198882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72700" y="5232400"/>
            <a:ext cx="14986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3700" y="3276600"/>
            <a:ext cx="10185400" cy="4902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5300" y="2400300"/>
            <a:ext cx="4495800" cy="6134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26000" y="3467100"/>
            <a:ext cx="5753100" cy="3022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747500" y="4559300"/>
            <a:ext cx="57531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35000" y="6070600"/>
            <a:ext cx="16103600" cy="142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832100" y="1016000"/>
            <a:ext cx="19888200" cy="1739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1200" y="2717800"/>
            <a:ext cx="4165600" cy="87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8500" y="3924300"/>
            <a:ext cx="15671800" cy="19431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4536948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144000" y="7264400"/>
            <a:ext cx="4000500" cy="381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4536948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77300" y="5105400"/>
            <a:ext cx="3898900" cy="381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453694800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25500" y="5626100"/>
            <a:ext cx="8712200" cy="381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453694800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63600" y="7264400"/>
            <a:ext cx="3073400" cy="381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453694800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941300" y="5105400"/>
            <a:ext cx="3213100" cy="38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702800" y="4203700"/>
            <a:ext cx="2298700" cy="63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771900" y="5664200"/>
            <a:ext cx="1879600" cy="635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0020300" y="6286500"/>
            <a:ext cx="2298700" cy="63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173200" y="6311900"/>
            <a:ext cx="1879600" cy="635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-1054100" y="7518400"/>
            <a:ext cx="187579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832100" y="1016000"/>
            <a:ext cx="198882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1200" y="2717800"/>
            <a:ext cx="5410200" cy="876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3378200"/>
            <a:ext cx="16459200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3416300"/>
            <a:ext cx="13779500" cy="1955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832100" y="1016000"/>
            <a:ext cx="19888200" cy="17399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75183600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44400" y="4572000"/>
            <a:ext cx="1968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46600" y="9347200"/>
            <a:ext cx="457200" cy="57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23900" y="2717800"/>
            <a:ext cx="2006600" cy="876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90400" y="4597400"/>
            <a:ext cx="29718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1244600" y="5486400"/>
            <a:ext cx="191135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073400" y="4102100"/>
            <a:ext cx="201930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356100" y="1016000"/>
            <a:ext cx="21386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5600" y="2552700"/>
            <a:ext cx="17094200" cy="356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68800" y="9347200"/>
            <a:ext cx="647700" cy="571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5384800" y="8255000"/>
            <a:ext cx="241427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356100" y="1016000"/>
            <a:ext cx="21386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" y="2667000"/>
            <a:ext cx="8559800" cy="537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16200" y="2730500"/>
            <a:ext cx="876300" cy="533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21800" y="2667000"/>
            <a:ext cx="8547100" cy="537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80400" y="4864100"/>
            <a:ext cx="14986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42900" y="1930400"/>
            <a:ext cx="4521200" cy="876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03200" y="7962900"/>
            <a:ext cx="18935700" cy="1981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356100" y="1016000"/>
            <a:ext cx="21386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55600" y="2552700"/>
            <a:ext cx="16700500" cy="356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356100" y="1016000"/>
            <a:ext cx="21386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2819400"/>
            <a:ext cx="17068800" cy="303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356100" y="1016000"/>
            <a:ext cx="21386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2590800"/>
            <a:ext cx="14122400" cy="396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286000" y="6261100"/>
            <a:ext cx="20878800" cy="200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356100" y="1016000"/>
            <a:ext cx="213868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25500" y="3162300"/>
            <a:ext cx="3911600" cy="4889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72600" y="3162300"/>
            <a:ext cx="4000500" cy="4991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18100" y="4267200"/>
            <a:ext cx="3086100" cy="3086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627100" y="4279900"/>
            <a:ext cx="3314700" cy="3314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613400" y="5448300"/>
            <a:ext cx="6172200" cy="6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" y="2349500"/>
            <a:ext cx="4445000" cy="1270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254000" y="8394700"/>
            <a:ext cx="18846800" cy="1041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921000" y="4102100"/>
            <a:ext cx="20002500" cy="17399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052300" y="2552700"/>
            <a:ext cx="5816600" cy="54991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73800" y="2476500"/>
            <a:ext cx="5816600" cy="55753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09600" y="2476500"/>
            <a:ext cx="5816600" cy="557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429000" y="431800"/>
            <a:ext cx="20345400" cy="17399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25500" y="9677400"/>
            <a:ext cx="14617700" cy="12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4900" y="685800"/>
            <a:ext cx="16522700" cy="12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03400" y="3695700"/>
            <a:ext cx="3416300" cy="42291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05700" y="3695700"/>
            <a:ext cx="3352800" cy="42291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09600" y="3695700"/>
            <a:ext cx="3378200" cy="4229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4080000">
            <a:off x="9906000" y="6642100"/>
            <a:ext cx="876300" cy="533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-120000">
            <a:off x="4152900" y="3797300"/>
            <a:ext cx="876300" cy="533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73600" y="3251200"/>
            <a:ext cx="558800" cy="5588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64800" y="6908800"/>
            <a:ext cx="609600" cy="609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676900" y="5003800"/>
            <a:ext cx="1498600" cy="977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341100" y="5016500"/>
            <a:ext cx="1498600" cy="977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31800" y="1727200"/>
            <a:ext cx="7581900" cy="876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38100" y="7874000"/>
            <a:ext cx="18059400" cy="2044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7068800" y="9347200"/>
            <a:ext cx="685800" cy="571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97000" y="2552700"/>
            <a:ext cx="4279900" cy="990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781800" y="2628900"/>
            <a:ext cx="4445000" cy="1130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065000" y="2705100"/>
            <a:ext cx="57531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381000000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7124700"/>
            <a:ext cx="16129000" cy="254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861300" y="3149600"/>
            <a:ext cx="2565400" cy="132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070600" y="3898900"/>
            <a:ext cx="6794500" cy="294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67400" y="5778500"/>
            <a:ext cx="5727700" cy="1130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